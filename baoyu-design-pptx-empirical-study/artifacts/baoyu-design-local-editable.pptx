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 speaker notes: design-system prompt baseline.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 speaker notes: token capture and editability inspection.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 speaker notes: mocked image generation insertion workflow.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23950" y="876300"/>
            <a:ext cx="1652130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 1 · DESIGN SYSTEM GENERATION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123950" y="1390650"/>
            <a:ext cx="16521303" cy="17091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6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Corporate Tech Branding</a:t>
            </a:r>
            <a:endParaRPr lang="en-US" sz="64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6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Ocean Blue &amp; Minimalist</a:t>
            </a:r>
            <a:endParaRPr lang="en-US" sz="6450" dirty="0"/>
          </a:p>
        </p:txBody>
      </p:sp>
      <p:sp>
        <p:nvSpPr>
          <p:cNvPr id="5" name="Text 2"/>
          <p:cNvSpPr/>
          <p:nvPr/>
        </p:nvSpPr>
        <p:spPr>
          <a:xfrm>
            <a:off x="1123950" y="3385542"/>
            <a:ext cx="8633460" cy="1349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55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Tokenized palette, restrained typography, native layout primitives, and a reusable visual language for security-focused decks.</a:t>
            </a:r>
            <a:endParaRPr lang="en-US" sz="2550" dirty="0"/>
          </a:p>
        </p:txBody>
      </p:sp>
      <p:sp>
        <p:nvSpPr>
          <p:cNvPr id="6" name="Shape 3"/>
          <p:cNvSpPr/>
          <p:nvPr/>
        </p:nvSpPr>
        <p:spPr>
          <a:xfrm>
            <a:off x="11753850" y="5657850"/>
            <a:ext cx="5334000" cy="3429000"/>
          </a:xfrm>
          <a:prstGeom prst="roundRect">
            <a:avLst>
              <a:gd name="adj" fmla="val 7778"/>
            </a:avLst>
          </a:prstGeom>
          <a:solidFill>
            <a:srgbClr val="FFFFFF">
              <a:alpha val="16000"/>
            </a:srgbClr>
          </a:solidFill>
          <a:ln w="19050">
            <a:solidFill>
              <a:srgbClr val="FFFFFF">
                <a:alpha val="45000"/>
              </a:srgbClr>
            </a:solidFill>
            <a:prstDash val="solid"/>
          </a:ln>
          <a:effectLst>
            <a:outerShdw sx="100000" sy="100000" kx="0" ky="0" algn="bl" rotWithShape="0" blurRad="762000" dist="304800" dir="5400000">
              <a:srgbClr val="020617">
                <a:alpha val="2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2172950" y="6076950"/>
            <a:ext cx="4630674" cy="6140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System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12172950" y="6976765"/>
            <a:ext cx="8633460" cy="9123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55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Colors, type scale, component rhythm, spacing, and presentation rules captured as deck-ready atoms.</a:t>
            </a:r>
            <a:endParaRPr lang="en-US" sz="2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950" y="876300"/>
            <a:ext cx="1652130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 2 · NATIVE PPTX OBJECTS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23950" y="1390650"/>
            <a:ext cx="16521303" cy="6140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Tokens Captured as Editable Text and Shapes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123950" y="2461915"/>
            <a:ext cx="3810000" cy="2066925"/>
          </a:xfrm>
          <a:prstGeom prst="roundRect">
            <a:avLst>
              <a:gd name="adj" fmla="val 8295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90650" y="2728615"/>
            <a:ext cx="3276600" cy="685800"/>
          </a:xfrm>
          <a:prstGeom prst="roundRect">
            <a:avLst>
              <a:gd name="adj" fmla="val 16667"/>
            </a:avLst>
          </a:prstGeom>
          <a:solidFill>
            <a:srgbClr val="075985"/>
          </a:solidFill>
          <a:ln/>
        </p:spPr>
      </p:sp>
      <p:sp>
        <p:nvSpPr>
          <p:cNvPr id="6" name="Text 4"/>
          <p:cNvSpPr/>
          <p:nvPr/>
        </p:nvSpPr>
        <p:spPr>
          <a:xfrm>
            <a:off x="1390650" y="3623965"/>
            <a:ext cx="337489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Ocean 700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390650" y="4004965"/>
            <a:ext cx="185410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#075985 · primary</a:t>
            </a:r>
            <a:endParaRPr lang="en-US" sz="1725" dirty="0"/>
          </a:p>
        </p:txBody>
      </p:sp>
      <p:sp>
        <p:nvSpPr>
          <p:cNvPr id="8" name="Shape 6"/>
          <p:cNvSpPr/>
          <p:nvPr/>
        </p:nvSpPr>
        <p:spPr>
          <a:xfrm>
            <a:off x="5200650" y="2461915"/>
            <a:ext cx="3810000" cy="2066925"/>
          </a:xfrm>
          <a:prstGeom prst="roundRect">
            <a:avLst>
              <a:gd name="adj" fmla="val 8295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67350" y="2728615"/>
            <a:ext cx="3276600" cy="685800"/>
          </a:xfrm>
          <a:prstGeom prst="roundRect">
            <a:avLst>
              <a:gd name="adj" fmla="val 16667"/>
            </a:avLst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5467350" y="3623965"/>
            <a:ext cx="337489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Cyan 600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5467350" y="4004965"/>
            <a:ext cx="179352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#0891B2 · accent</a:t>
            </a:r>
            <a:endParaRPr lang="en-US" sz="1725" dirty="0"/>
          </a:p>
        </p:txBody>
      </p:sp>
      <p:sp>
        <p:nvSpPr>
          <p:cNvPr id="12" name="Shape 10"/>
          <p:cNvSpPr/>
          <p:nvPr/>
        </p:nvSpPr>
        <p:spPr>
          <a:xfrm>
            <a:off x="9277350" y="2461915"/>
            <a:ext cx="3810000" cy="2066925"/>
          </a:xfrm>
          <a:prstGeom prst="roundRect">
            <a:avLst>
              <a:gd name="adj" fmla="val 8295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544050" y="2728615"/>
            <a:ext cx="3276600" cy="685800"/>
          </a:xfrm>
          <a:prstGeom prst="roundRect">
            <a:avLst>
              <a:gd name="adj" fmla="val 16667"/>
            </a:avLst>
          </a:prstGeom>
          <a:solidFill>
            <a:srgbClr val="14B8A6"/>
          </a:solidFill>
          <a:ln/>
        </p:spPr>
      </p:sp>
      <p:sp>
        <p:nvSpPr>
          <p:cNvPr id="14" name="Text 12"/>
          <p:cNvSpPr/>
          <p:nvPr/>
        </p:nvSpPr>
        <p:spPr>
          <a:xfrm>
            <a:off x="9544050" y="3623965"/>
            <a:ext cx="337489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Mint 500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9544050" y="4004965"/>
            <a:ext cx="196378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#14B8A6 · success</a:t>
            </a:r>
            <a:endParaRPr lang="en-US" sz="1725" dirty="0"/>
          </a:p>
        </p:txBody>
      </p:sp>
      <p:sp>
        <p:nvSpPr>
          <p:cNvPr id="16" name="Shape 14"/>
          <p:cNvSpPr/>
          <p:nvPr/>
        </p:nvSpPr>
        <p:spPr>
          <a:xfrm>
            <a:off x="13354050" y="2461915"/>
            <a:ext cx="3810000" cy="2066925"/>
          </a:xfrm>
          <a:prstGeom prst="roundRect">
            <a:avLst>
              <a:gd name="adj" fmla="val 8295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620750" y="2728615"/>
            <a:ext cx="3276600" cy="685800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/>
        </p:spPr>
      </p:sp>
      <p:sp>
        <p:nvSpPr>
          <p:cNvPr id="18" name="Text 16"/>
          <p:cNvSpPr/>
          <p:nvPr/>
        </p:nvSpPr>
        <p:spPr>
          <a:xfrm>
            <a:off x="13620750" y="3623965"/>
            <a:ext cx="337489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Slate 900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3620750" y="4004965"/>
            <a:ext cx="15010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#0F172A · text</a:t>
            </a:r>
            <a:endParaRPr lang="en-US" sz="1725" dirty="0"/>
          </a:p>
        </p:txBody>
      </p:sp>
      <p:sp>
        <p:nvSpPr>
          <p:cNvPr id="20" name="Shape 18"/>
          <p:cNvSpPr/>
          <p:nvPr/>
        </p:nvSpPr>
        <p:spPr>
          <a:xfrm>
            <a:off x="1123950" y="5005090"/>
            <a:ext cx="5194250" cy="1419225"/>
          </a:xfrm>
          <a:prstGeom prst="roundRect">
            <a:avLst>
              <a:gd name="adj" fmla="val 13423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409700" y="5290840"/>
            <a:ext cx="4761433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759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px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1409700" y="5890915"/>
            <a:ext cx="173042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spacing unit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6546800" y="5005090"/>
            <a:ext cx="5194250" cy="1419225"/>
          </a:xfrm>
          <a:prstGeom prst="roundRect">
            <a:avLst>
              <a:gd name="adj" fmla="val 13423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32550" y="5290840"/>
            <a:ext cx="4761433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759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1.35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6832550" y="5890915"/>
            <a:ext cx="1579066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 line-height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1969651" y="5005090"/>
            <a:ext cx="5194250" cy="1419225"/>
          </a:xfrm>
          <a:prstGeom prst="roundRect">
            <a:avLst>
              <a:gd name="adj" fmla="val 13423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255401" y="5290840"/>
            <a:ext cx="4761433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759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18-34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12255401" y="5890915"/>
            <a:ext cx="193997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Corner radius range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3950" y="876300"/>
            <a:ext cx="1652130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 3 · MOCK AI IMAGE INSERTION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23950" y="2974330"/>
            <a:ext cx="9712643" cy="6140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Placeholder Workflow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1123950" y="3836045"/>
            <a:ext cx="9712643" cy="1195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illustration below is a local mock response for an AI image prompt. The exporter must fetch, rasterize, size, and place it without flattening all surrounding text into screenshots.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1304925" y="5279082"/>
            <a:ext cx="9324975" cy="1195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200025" indent="-200025">
              <a:lnSpc>
                <a:spcPct val="135000"/>
              </a:lnSpc>
              <a:buSzPct val="100000"/>
              <a:buChar char="•"/>
              <a:tabLst>
                <a:tab pos="200025" algn="l"/>
              </a:tabLst>
            </a:pPr>
            <a:r>
              <a:rPr lang="en-US" sz="2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Prompt: A futuristic server room icon.</a:t>
            </a:r>
            <a:endParaRPr lang="en-US" sz="2250" dirty="0"/>
          </a:p>
          <a:p>
            <a:pPr algn="l" marL="200025" indent="-200025">
              <a:lnSpc>
                <a:spcPct val="135000"/>
              </a:lnSpc>
              <a:buSzPct val="100000"/>
              <a:buChar char="•"/>
              <a:tabLst>
                <a:tab pos="200025" algn="l"/>
              </a:tabLst>
            </a:pPr>
            <a:r>
              <a:rPr lang="en-US" sz="2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fit: cover, centered crop.</a:t>
            </a:r>
            <a:endParaRPr lang="en-US" sz="2250" dirty="0"/>
          </a:p>
          <a:p>
            <a:pPr algn="l" marL="200025" indent="-200025">
              <a:lnSpc>
                <a:spcPct val="135000"/>
              </a:lnSpc>
              <a:buSzPct val="100000"/>
              <a:buChar char="•"/>
              <a:tabLst>
                <a:tab pos="200025" algn="l"/>
              </a:tabLst>
            </a:pPr>
            <a:r>
              <a:rPr lang="en-US" sz="2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PPTX result: native picture plus editable labels.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1123950" y="6836420"/>
            <a:ext cx="4015383" cy="49530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/>
        </p:spPr>
      </p:sp>
      <p:sp>
        <p:nvSpPr>
          <p:cNvPr id="7" name="Text 5"/>
          <p:cNvSpPr/>
          <p:nvPr/>
        </p:nvSpPr>
        <p:spPr>
          <a:xfrm>
            <a:off x="1314450" y="6950720"/>
            <a:ext cx="375484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Mocked image generation response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1258550" y="2200275"/>
            <a:ext cx="5905500" cy="5905500"/>
          </a:xfrm>
          <a:prstGeom prst="roundRect">
            <a:avLst>
              <a:gd name="adj" fmla="val 5484"/>
            </a:avLst>
          </a:prstGeom>
          <a:solidFill>
            <a:srgbClr val="DBEAFE"/>
          </a:solidFill>
          <a:ln w="28575">
            <a:solidFill>
              <a:srgbClr val="FFFFFF"/>
            </a:solidFill>
            <a:prstDash val="solid"/>
          </a:ln>
          <a:effectLst>
            <a:outerShdw sx="100000" sy="100000" kx="0" ky="0" algn="bl" rotWithShape="0" blurRad="666750" dist="266700" dir="5400000">
              <a:srgbClr val="0F172A">
                <a:alpha val="20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16667" r="16667" t="0" b="0"/>
          <a:stretch/>
        </p:blipFill>
        <p:spPr>
          <a:xfrm>
            <a:off x="11287125" y="2228850"/>
            <a:ext cx="5848350" cy="58483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2026-06-19T19:43:40Z</dcterms:created>
  <dcterms:modified xsi:type="dcterms:W3CDTF">2026-06-19T19:43:40Z</dcterms:modified>
</cp:coreProperties>
</file>